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12" r:id="rId5"/>
    <p:sldId id="304" r:id="rId6"/>
    <p:sldId id="282" r:id="rId7"/>
    <p:sldId id="314" r:id="rId8"/>
    <p:sldId id="315" r:id="rId9"/>
    <p:sldId id="317" r:id="rId10"/>
    <p:sldId id="318" r:id="rId11"/>
    <p:sldId id="321" r:id="rId12"/>
    <p:sldId id="307" r:id="rId13"/>
    <p:sldId id="281" r:id="rId14"/>
    <p:sldId id="322" r:id="rId15"/>
    <p:sldId id="297" r:id="rId16"/>
  </p:sldIdLst>
  <p:sldSz cx="12192000" cy="6858000"/>
  <p:notesSz cx="13716000" cy="2438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81" d="100"/>
          <a:sy n="81" d="100"/>
        </p:scale>
        <p:origin x="754" y="6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338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16EF179-AC8C-44A3-9ED6-6152B0CF8E1F}" type="datetimeyyyy">
              <a:rPr lang="ru-RU" smtClean="0"/>
              <a:t>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20BD0AB-C59E-4A46-83D3-F07787446B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4" name="Изображение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ru-RU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ru-RU" sz="18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Полилиния: Фигура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15" name="Полилиния: фигура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Изображение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36" name="Полилиния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олилиния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lvl="0" algn="ctr" rtl="0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</p:txBody>
      </p:sp>
      <p:sp>
        <p:nvSpPr>
          <p:cNvPr id="52" name="Рисунок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3" name="Изображение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Изображение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3" name="Изображение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7" name="Изображение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9" name="Изображение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Объект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25" name="Объект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ru-RU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ru-RU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ru-RU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indent="-283464">
              <a:spcBef>
                <a:spcPts val="1000"/>
              </a:spcBef>
              <a:defRPr lang="ru-RU" sz="1800"/>
            </a:lvl2pPr>
            <a:lvl3pPr indent="-283464">
              <a:spcBef>
                <a:spcPts val="1000"/>
              </a:spcBef>
              <a:defRPr lang="ru-RU" sz="1800"/>
            </a:lvl3pPr>
            <a:lvl4pPr indent="-283464">
              <a:spcBef>
                <a:spcPts val="1000"/>
              </a:spcBef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Полилиния: Фигура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21" name="Полилиния: Фигура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2" name="Полилиния: фигура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Изображение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44" name="Номер слайда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6" name="Изображение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21" name="Изображение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/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Изображение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Текст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1800"/>
            </a:lvl1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Объект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7" name="Номер слайда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Графический объект 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Изображение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4" name="Объект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9" name="Изображение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ru-RU" sz="24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ru-RU" sz="28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ru-RU" sz="1200">
                <a:solidFill>
                  <a:schemeClr val="accent6"/>
                </a:solidFill>
                <a:latin typeface="+mn-lt"/>
                <a:cs typeface="+mn-cs" panose="020B0604020202020204" pitchFamily="34" charset="0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ru-RU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1" y="1307492"/>
            <a:ext cx="5746140" cy="2130936"/>
          </a:xfrm>
        </p:spPr>
        <p:txBody>
          <a:bodyPr rtlCol="0" anchor="ctr"/>
          <a:lstStyle>
            <a:defPPr>
              <a:defRPr lang="ru-RU"/>
            </a:defPPr>
          </a:lstStyle>
          <a:p>
            <a:pPr rtl="0"/>
            <a:r>
              <a:rPr lang="lv-LV" dirty="0"/>
              <a:t>Foto pakalpojumi</a:t>
            </a:r>
            <a:endParaRPr lang="ru-RU" dirty="0"/>
          </a:p>
        </p:txBody>
      </p:sp>
      <p:sp>
        <p:nvSpPr>
          <p:cNvPr id="3" name="Объект 7">
            <a:extLst>
              <a:ext uri="{FF2B5EF4-FFF2-40B4-BE49-F238E27FC236}">
                <a16:creationId xmlns:a16="http://schemas.microsoft.com/office/drawing/2014/main" id="{D839F4C1-5DDB-20E8-923D-AAFD8487CEE7}"/>
              </a:ext>
            </a:extLst>
          </p:cNvPr>
          <p:cNvSpPr txBox="1">
            <a:spLocks/>
          </p:cNvSpPr>
          <p:nvPr/>
        </p:nvSpPr>
        <p:spPr>
          <a:xfrm>
            <a:off x="4405759" y="4397365"/>
            <a:ext cx="4393630" cy="577631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lv-LV" dirty="0"/>
              <a:t>Ksenija Škurova 12.b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en-US" dirty="0" err="1"/>
              <a:t>Produkta</a:t>
            </a:r>
            <a:r>
              <a:rPr lang="en-US" dirty="0"/>
              <a:t> </a:t>
            </a:r>
            <a:r>
              <a:rPr lang="en-US" dirty="0" err="1"/>
              <a:t>apraksts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108569" cy="3207344"/>
          </a:xfrm>
        </p:spPr>
        <p:txBody>
          <a:bodyPr rtlCol="0">
            <a:normAutofit fontScale="85000" lnSpcReduction="10000"/>
          </a:bodyPr>
          <a:lstStyle>
            <a:defPPr>
              <a:defRPr lang="ru-RU"/>
            </a:defPPr>
          </a:lstStyle>
          <a:p>
            <a:r>
              <a:rPr lang="lv-LV" dirty="0"/>
              <a:t>Mans produkts ir interaktīva mājaslapa ar vairākām sadaļām.</a:t>
            </a:r>
            <a:br>
              <a:rPr lang="lv-LV" dirty="0"/>
            </a:br>
            <a:r>
              <a:rPr lang="lv-LV" dirty="0"/>
              <a:t>Tā paredzēta lietotājiem, lai ērti apskatītu informāciju un pārvietotos starp lapas sadaļām.</a:t>
            </a:r>
            <a:br>
              <a:rPr lang="lv-LV" dirty="0"/>
            </a:br>
            <a:r>
              <a:rPr lang="lv-LV" dirty="0"/>
              <a:t>Mājaslapai ir vienkāršs dizains un saprotama struktūra.</a:t>
            </a:r>
            <a:br>
              <a:rPr lang="lv-LV" dirty="0"/>
            </a:br>
            <a:r>
              <a:rPr lang="lv-LV" dirty="0"/>
              <a:t>Galvenais mērķis bija izveidot lietotājam ērtu un vizuāli saprotamu lapu.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en-US" dirty="0" err="1"/>
              <a:t>Galvenās</a:t>
            </a:r>
            <a:r>
              <a:rPr lang="en-US" dirty="0"/>
              <a:t> </a:t>
            </a:r>
            <a:r>
              <a:rPr lang="en-US" dirty="0" err="1"/>
              <a:t>funkcijas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7332" y="2303029"/>
            <a:ext cx="5494899" cy="3497698"/>
          </a:xfrm>
        </p:spPr>
        <p:txBody>
          <a:bodyPr rtlCol="0"/>
          <a:lstStyle>
            <a:defPPr>
              <a:defRPr lang="ru-RU"/>
            </a:defPPr>
          </a:lstStyle>
          <a:p>
            <a:pPr marL="0" indent="0" rtl="0">
              <a:buNone/>
            </a:pPr>
            <a:r>
              <a:rPr lang="lv-LV" dirty="0"/>
              <a:t>Savā projektā es izveidoju:</a:t>
            </a:r>
            <a:endParaRPr lang="ru-RU" dirty="0"/>
          </a:p>
          <a:p>
            <a:r>
              <a:rPr lang="lv-LV" dirty="0"/>
              <a:t>galveno lapu</a:t>
            </a:r>
            <a:endParaRPr lang="ru-RU" dirty="0"/>
          </a:p>
          <a:p>
            <a:r>
              <a:rPr lang="lv-LV" dirty="0"/>
              <a:t>navigācijas izvēlni</a:t>
            </a:r>
            <a:endParaRPr lang="ru-RU" dirty="0"/>
          </a:p>
          <a:p>
            <a:r>
              <a:rPr lang="lv-LV" dirty="0"/>
              <a:t>vairākas informācijas sadaļas</a:t>
            </a:r>
            <a:endParaRPr lang="ru-RU" dirty="0"/>
          </a:p>
          <a:p>
            <a:r>
              <a:rPr lang="lv-LV" dirty="0"/>
              <a:t>pogas pārejai starp blokiem</a:t>
            </a:r>
            <a:endParaRPr lang="ru-RU" dirty="0"/>
          </a:p>
          <a:p>
            <a:r>
              <a:rPr lang="lv-LV" dirty="0"/>
              <a:t>vizuālos elementus</a:t>
            </a:r>
            <a:endParaRPr lang="ru-RU" dirty="0"/>
          </a:p>
          <a:p>
            <a:r>
              <a:rPr lang="lv-LV" dirty="0"/>
              <a:t>responsīvu dizainu</a:t>
            </a:r>
            <a:endParaRPr lang="ru-RU" dirty="0"/>
          </a:p>
          <a:p>
            <a:pPr marL="0" indent="0" rtl="0">
              <a:buNone/>
            </a:pPr>
            <a:r>
              <a:rPr lang="lv-LV" dirty="0"/>
              <a:t>Šīs funkcijas palīdz lietotājam viegli izmantot mājaslapu.</a:t>
            </a:r>
            <a:endParaRPr lang="ru-RU" dirty="0"/>
          </a:p>
        </p:txBody>
      </p:sp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5487" y="928688"/>
            <a:ext cx="6702259" cy="1022827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en-US" dirty="0" err="1"/>
              <a:t>Ideja</a:t>
            </a:r>
            <a:r>
              <a:rPr lang="en-US" dirty="0"/>
              <a:t> un </a:t>
            </a:r>
            <a:r>
              <a:rPr lang="en-US" dirty="0" err="1"/>
              <a:t>plānošana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4</a:t>
            </a:fld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535487" y="2413898"/>
            <a:ext cx="7043618" cy="2233233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lv-LV" dirty="0"/>
              <a:t>Darbu sāku ar idejas izstrādi.</a:t>
            </a:r>
            <a:br>
              <a:rPr lang="lv-LV" dirty="0"/>
            </a:br>
            <a:r>
              <a:rPr lang="lv-LV" dirty="0"/>
              <a:t>Es izplānoju, kādas sadaļas būs mājaslapā.</a:t>
            </a:r>
            <a:br>
              <a:rPr lang="lv-LV" dirty="0"/>
            </a:br>
            <a:r>
              <a:rPr lang="lv-LV" dirty="0"/>
              <a:t>Izveidoju sākotnējo struktūru un dizaina skici.</a:t>
            </a:r>
            <a:br>
              <a:rPr lang="lv-LV" dirty="0"/>
            </a:br>
            <a:r>
              <a:rPr lang="lv-LV" dirty="0"/>
              <a:t>Pēc tam izvēlējos krāsas, fontus un izkārtojumu.</a:t>
            </a:r>
          </a:p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199"/>
            <a:ext cx="7796464" cy="122238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en-US" dirty="0" err="1"/>
              <a:t>Ideja</a:t>
            </a:r>
            <a:r>
              <a:rPr lang="en-US" dirty="0"/>
              <a:t> un </a:t>
            </a:r>
            <a:r>
              <a:rPr lang="en-US" dirty="0" err="1"/>
              <a:t>plānošana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5</a:t>
            </a:fld>
            <a:endParaRPr lang="ru-RU" dirty="0"/>
          </a:p>
        </p:txBody>
      </p:sp>
      <p:sp>
        <p:nvSpPr>
          <p:cNvPr id="16" name="Объект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70320" y="2611054"/>
            <a:ext cx="6240544" cy="2005021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lv-LV" dirty="0"/>
              <a:t>Darbu sāku ar idejas izstrādi.</a:t>
            </a:r>
            <a:endParaRPr lang="ru-RU" dirty="0"/>
          </a:p>
          <a:p>
            <a:pPr rtl="0"/>
            <a:r>
              <a:rPr lang="lv-LV" dirty="0"/>
              <a:t>Es izplānoju, kādas sadaļas būs mājaslapā.</a:t>
            </a:r>
            <a:endParaRPr lang="ru-RU" dirty="0"/>
          </a:p>
          <a:p>
            <a:pPr rtl="0"/>
            <a:r>
              <a:rPr lang="lv-LV" dirty="0"/>
              <a:t>Izveidoju sākotnējo struktūru un dizaina skici.</a:t>
            </a:r>
            <a:endParaRPr lang="ru-RU" dirty="0"/>
          </a:p>
          <a:p>
            <a:pPr rtl="0"/>
            <a:r>
              <a:rPr lang="lv-LV" dirty="0"/>
              <a:t>Pēc tam izvēlējos krāsas, fontus un izkārtojumu.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341" y="457199"/>
            <a:ext cx="2356700" cy="67128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en-US" dirty="0"/>
              <a:t>Dizains</a:t>
            </a:r>
            <a:endParaRPr lang="ru-RU" dirty="0"/>
          </a:p>
        </p:txBody>
      </p:sp>
      <p:sp>
        <p:nvSpPr>
          <p:cNvPr id="13" name="Объект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341" y="1128479"/>
            <a:ext cx="5863471" cy="150159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en-US" dirty="0"/>
              <a:t>Es </a:t>
            </a:r>
            <a:r>
              <a:rPr lang="en-US" dirty="0" err="1"/>
              <a:t>izvēlējos</a:t>
            </a:r>
            <a:r>
              <a:rPr lang="en-US" dirty="0"/>
              <a:t> </a:t>
            </a:r>
            <a:r>
              <a:rPr lang="en-US" dirty="0" err="1"/>
              <a:t>vienkāršu</a:t>
            </a:r>
            <a:r>
              <a:rPr lang="en-US" dirty="0"/>
              <a:t> un </a:t>
            </a:r>
            <a:r>
              <a:rPr lang="en-US" dirty="0" err="1"/>
              <a:t>modernu</a:t>
            </a:r>
            <a:r>
              <a:rPr lang="en-US" dirty="0"/>
              <a:t> </a:t>
            </a:r>
            <a:r>
              <a:rPr lang="en-US" dirty="0" err="1"/>
              <a:t>dizainu</a:t>
            </a:r>
            <a:r>
              <a:rPr lang="en-US" dirty="0"/>
              <a:t>.</a:t>
            </a:r>
            <a:endParaRPr lang="ru-RU" dirty="0"/>
          </a:p>
          <a:p>
            <a:pPr rtl="0"/>
            <a:r>
              <a:rPr lang="en-US" dirty="0"/>
              <a:t>Tika </a:t>
            </a:r>
            <a:r>
              <a:rPr lang="en-US" dirty="0" err="1"/>
              <a:t>izmantotas</a:t>
            </a:r>
            <a:r>
              <a:rPr lang="en-US" dirty="0"/>
              <a:t> </a:t>
            </a:r>
            <a:r>
              <a:rPr lang="en-US" dirty="0" err="1"/>
              <a:t>kontrastējošas</a:t>
            </a:r>
            <a:r>
              <a:rPr lang="en-US" dirty="0"/>
              <a:t> </a:t>
            </a:r>
            <a:r>
              <a:rPr lang="en-US" dirty="0" err="1"/>
              <a:t>krāsas</a:t>
            </a:r>
            <a:r>
              <a:rPr lang="en-US" dirty="0"/>
              <a:t>.</a:t>
            </a:r>
            <a:endParaRPr lang="ru-RU" dirty="0"/>
          </a:p>
          <a:p>
            <a:pPr rtl="0"/>
            <a:r>
              <a:rPr lang="en-US" dirty="0" err="1"/>
              <a:t>Saturs</a:t>
            </a:r>
            <a:r>
              <a:rPr lang="en-US" dirty="0"/>
              <a:t> </a:t>
            </a:r>
            <a:r>
              <a:rPr lang="en-US" dirty="0" err="1"/>
              <a:t>sadalīts</a:t>
            </a:r>
            <a:r>
              <a:rPr lang="en-US" dirty="0"/>
              <a:t> </a:t>
            </a:r>
            <a:r>
              <a:rPr lang="en-US" dirty="0" err="1"/>
              <a:t>blokos</a:t>
            </a:r>
            <a:r>
              <a:rPr lang="en-US" dirty="0"/>
              <a:t>, lai </a:t>
            </a:r>
            <a:r>
              <a:rPr lang="en-US" dirty="0" err="1"/>
              <a:t>informācija</a:t>
            </a:r>
            <a:r>
              <a:rPr lang="en-US" dirty="0"/>
              <a:t> </a:t>
            </a:r>
            <a:r>
              <a:rPr lang="en-US" dirty="0" err="1"/>
              <a:t>būtu</a:t>
            </a:r>
            <a:r>
              <a:rPr lang="en-US" dirty="0"/>
              <a:t> </a:t>
            </a:r>
            <a:r>
              <a:rPr lang="en-US" dirty="0" err="1"/>
              <a:t>viegli</a:t>
            </a:r>
            <a:r>
              <a:rPr lang="en-US" dirty="0"/>
              <a:t> </a:t>
            </a:r>
            <a:r>
              <a:rPr lang="en-US" dirty="0" err="1"/>
              <a:t>uztverama</a:t>
            </a:r>
            <a:r>
              <a:rPr lang="en-US" dirty="0"/>
              <a:t>.</a:t>
            </a:r>
            <a:endParaRPr lang="ru-RU" dirty="0"/>
          </a:p>
          <a:p>
            <a:pPr rtl="0"/>
            <a:r>
              <a:rPr lang="en-US" dirty="0" err="1"/>
              <a:t>Navigācija</a:t>
            </a:r>
            <a:r>
              <a:rPr lang="en-US" dirty="0"/>
              <a:t> </a:t>
            </a:r>
            <a:r>
              <a:rPr lang="en-US" dirty="0" err="1"/>
              <a:t>novietota</a:t>
            </a:r>
            <a:r>
              <a:rPr lang="en-US" dirty="0"/>
              <a:t> </a:t>
            </a:r>
            <a:r>
              <a:rPr lang="en-US" dirty="0" err="1"/>
              <a:t>lapas</a:t>
            </a:r>
            <a:r>
              <a:rPr lang="en-US" dirty="0"/>
              <a:t> </a:t>
            </a:r>
            <a:r>
              <a:rPr lang="en-US" dirty="0" err="1"/>
              <a:t>augšpusē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6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BDC1FAA-F3ED-87E8-5D07-69278C57E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71187"/>
            <a:ext cx="6096000" cy="275082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C43255E-2232-3451-81EA-DDE7AA9DFB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" y="3903125"/>
            <a:ext cx="6334281" cy="2846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4081" y="102525"/>
            <a:ext cx="7843837" cy="101278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en-US" dirty="0" err="1"/>
              <a:t>Izstrādes</a:t>
            </a:r>
            <a:r>
              <a:rPr lang="en-US" dirty="0"/>
              <a:t> process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92232" y="1158997"/>
            <a:ext cx="4590854" cy="220250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lv-LV" sz="1600" dirty="0"/>
              <a:t>Izstrādes laikā 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lv-LV" sz="1600" dirty="0"/>
              <a:t>izveidoju HTML struktūru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lv-LV" sz="1600" dirty="0"/>
              <a:t>pievienoju CSS dizainu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lv-LV" sz="1600" dirty="0"/>
              <a:t>izveidoju sadaļas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lv-LV" sz="1600" dirty="0"/>
              <a:t>pievienoju navigāciju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lv-LV" sz="1600" dirty="0"/>
              <a:t>pārbaudīju lapas darbību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lv-LV" sz="1600" dirty="0"/>
              <a:t>laboju kļūdas </a:t>
            </a:r>
          </a:p>
          <a:p>
            <a:r>
              <a:rPr lang="lv-LV" sz="1600" dirty="0"/>
              <a:t>Projekts tika pakāpeniski uzlabots.</a:t>
            </a:r>
          </a:p>
          <a:p>
            <a:pPr rtl="0"/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7</a:t>
            </a:fld>
            <a:endParaRPr lang="ru-RU" dirty="0"/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E19305B6-D189-42B9-208C-00CBB7846E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B95B7C4-CB8E-BF90-9E3A-7A26D18B6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920" y="3361499"/>
            <a:ext cx="9477080" cy="349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500" y="265422"/>
            <a:ext cx="9875463" cy="999746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en-US" dirty="0" err="1"/>
              <a:t>Lietotāja</a:t>
            </a:r>
            <a:r>
              <a:rPr lang="en-US" dirty="0"/>
              <a:t> </a:t>
            </a:r>
            <a:r>
              <a:rPr lang="en-US" dirty="0" err="1"/>
              <a:t>pieredze</a:t>
            </a:r>
            <a:endParaRPr lang="ru-RU" dirty="0"/>
          </a:p>
        </p:txBody>
      </p:sp>
      <p:sp>
        <p:nvSpPr>
          <p:cNvPr id="12" name="Объект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7747" y="1840203"/>
            <a:ext cx="4171506" cy="1363999"/>
          </a:xfrm>
        </p:spPr>
        <p:txBody>
          <a:bodyPr rtlCol="0">
            <a:normAutofit lnSpcReduction="10000"/>
          </a:bodyPr>
          <a:lstStyle>
            <a:defPPr>
              <a:defRPr lang="ru-RU"/>
            </a:defPPr>
          </a:lstStyle>
          <a:p>
            <a:pPr marL="0" indent="0">
              <a:buNone/>
            </a:pPr>
            <a:r>
              <a:rPr lang="lv-LV" dirty="0"/>
              <a:t>Lapa ir vienkārši lietojama.</a:t>
            </a:r>
            <a:br>
              <a:rPr lang="lv-LV" dirty="0"/>
            </a:br>
            <a:r>
              <a:rPr lang="lv-LV" dirty="0"/>
              <a:t>Navigācija ir saprotama.</a:t>
            </a:r>
            <a:br>
              <a:rPr lang="lv-LV" dirty="0"/>
            </a:br>
            <a:r>
              <a:rPr lang="lv-LV" dirty="0"/>
              <a:t>Pogas ir viegli atrodamas.</a:t>
            </a:r>
            <a:br>
              <a:rPr lang="lv-LV" dirty="0"/>
            </a:br>
            <a:r>
              <a:rPr lang="lv-LV" dirty="0"/>
              <a:t>Informācija sakārtota loģiskā secībā.</a:t>
            </a:r>
          </a:p>
          <a:p>
            <a:pPr marL="0" indent="0">
              <a:buNone/>
            </a:pPr>
            <a:r>
              <a:rPr lang="lv-LV" dirty="0"/>
              <a:t>Tas uzlabo lietotāja pieredzi.</a:t>
            </a:r>
          </a:p>
          <a:p>
            <a:pPr marL="0" indent="0" rtl="0">
              <a:buNone/>
            </a:pP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8</a:t>
            </a:fld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513B2AE-1054-FC92-DF17-3B37A425824E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tretch>
            <a:fillRect/>
          </a:stretch>
        </p:blipFill>
        <p:spPr>
          <a:xfrm>
            <a:off x="3956908" y="2803014"/>
            <a:ext cx="8062268" cy="359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C150F3A-C74C-4CC1-C554-AF35021B7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56" y="141403"/>
            <a:ext cx="6227034" cy="421378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1BB024E-CB69-63BA-1573-52D2F4036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1" y="4504474"/>
            <a:ext cx="5453995" cy="135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1031" y="1389567"/>
            <a:ext cx="5778632" cy="1051976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lv-LV" dirty="0"/>
              <a:t>Izmantotās tehnoloģijas</a:t>
            </a:r>
            <a:r>
              <a:rPr lang="ru-RU" dirty="0"/>
              <a:t> </a:t>
            </a:r>
            <a:r>
              <a:rPr lang="lv-LV" dirty="0"/>
              <a:t>un </a:t>
            </a:r>
            <a:r>
              <a:rPr lang="en-US" dirty="0" err="1"/>
              <a:t>Testēšana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749" y="2872494"/>
            <a:ext cx="4210640" cy="3185604"/>
          </a:xfrm>
        </p:spPr>
        <p:txBody>
          <a:bodyPr rtlCol="0">
            <a:normAutofit lnSpcReduction="10000"/>
          </a:bodyPr>
          <a:lstStyle>
            <a:defPPr>
              <a:defRPr lang="ru-RU"/>
            </a:defPPr>
          </a:lstStyle>
          <a:p>
            <a:r>
              <a:rPr lang="lv-LV" dirty="0"/>
              <a:t>Projekta izstrādē izmantoju: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lv-LV" dirty="0"/>
              <a:t>HTML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lv-LV" dirty="0"/>
              <a:t>CSS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lv-LV" dirty="0"/>
              <a:t>JavaScript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lv-LV" dirty="0"/>
              <a:t>Replit platformu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lv-LV" dirty="0"/>
              <a:t>GitHub vai tiešsaistes publicēšanu </a:t>
            </a:r>
          </a:p>
          <a:p>
            <a:r>
              <a:rPr lang="lv-LV" dirty="0"/>
              <a:t>Šīs tehnoloģijas ļāva izveidot funkcionējošu mājaslapu.</a:t>
            </a:r>
          </a:p>
          <a:p>
            <a:pPr rtl="0"/>
            <a:endParaRPr lang="ru-RU" dirty="0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BB0C8951-3408-925A-8519-9F0A7D2CAC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DC80F00-87B7-F3C7-4304-C3F97A125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479" y="1773425"/>
            <a:ext cx="3250122" cy="406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9EAA2F-E38E-37F6-6304-1616851F8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Secinājumi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6B815C-7742-8A7C-8F92-0E8E194A3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87014" y="2925680"/>
            <a:ext cx="6345893" cy="2192203"/>
          </a:xfrm>
        </p:spPr>
        <p:txBody>
          <a:bodyPr>
            <a:normAutofit/>
          </a:bodyPr>
          <a:lstStyle/>
          <a:p>
            <a:r>
              <a:rPr lang="en-US" sz="2000" dirty="0" err="1"/>
              <a:t>Darba</a:t>
            </a:r>
            <a:r>
              <a:rPr lang="en-US" sz="2000" dirty="0"/>
              <a:t> </a:t>
            </a:r>
            <a:r>
              <a:rPr lang="en-US" sz="2000" dirty="0" err="1"/>
              <a:t>laikā</a:t>
            </a:r>
            <a:r>
              <a:rPr lang="en-US" sz="2000" dirty="0"/>
              <a:t> es </a:t>
            </a:r>
            <a:r>
              <a:rPr lang="en-US" sz="2000" dirty="0" err="1"/>
              <a:t>izveidoju</a:t>
            </a:r>
            <a:r>
              <a:rPr lang="en-US" sz="2000" dirty="0"/>
              <a:t> </a:t>
            </a:r>
            <a:r>
              <a:rPr lang="en-US" sz="2000" dirty="0" err="1"/>
              <a:t>funkcionējošu</a:t>
            </a:r>
            <a:r>
              <a:rPr lang="en-US" sz="2000" dirty="0"/>
              <a:t> </a:t>
            </a:r>
            <a:r>
              <a:rPr lang="en-US" sz="2000" dirty="0" err="1"/>
              <a:t>mājaslapu</a:t>
            </a:r>
            <a:r>
              <a:rPr lang="en-US" sz="2000" dirty="0"/>
              <a:t>.</a:t>
            </a:r>
            <a:endParaRPr lang="lv-LV" sz="2000" dirty="0"/>
          </a:p>
          <a:p>
            <a:r>
              <a:rPr lang="en-US" sz="2000" dirty="0"/>
              <a:t>Es </a:t>
            </a:r>
            <a:r>
              <a:rPr lang="en-US" sz="2000" dirty="0" err="1"/>
              <a:t>uzlaboju</a:t>
            </a:r>
            <a:r>
              <a:rPr lang="en-US" sz="2000" dirty="0"/>
              <a:t> </a:t>
            </a:r>
            <a:r>
              <a:rPr lang="en-US" sz="2000" dirty="0" err="1"/>
              <a:t>dizainu</a:t>
            </a:r>
            <a:r>
              <a:rPr lang="en-US" sz="2000" dirty="0"/>
              <a:t> un </a:t>
            </a:r>
            <a:r>
              <a:rPr lang="en-US" sz="2000" dirty="0" err="1"/>
              <a:t>lietotāja</a:t>
            </a:r>
            <a:r>
              <a:rPr lang="en-US" sz="2000" dirty="0"/>
              <a:t> </a:t>
            </a:r>
            <a:r>
              <a:rPr lang="en-US" sz="2000" dirty="0" err="1"/>
              <a:t>pieredzi</a:t>
            </a:r>
            <a:r>
              <a:rPr lang="en-US" sz="2000" dirty="0"/>
              <a:t>.</a:t>
            </a:r>
            <a:endParaRPr lang="lv-LV" sz="2000" dirty="0"/>
          </a:p>
          <a:p>
            <a:r>
              <a:rPr lang="en-US" sz="2000" dirty="0" err="1"/>
              <a:t>Iemācījos</a:t>
            </a:r>
            <a:r>
              <a:rPr lang="en-US" sz="2000" dirty="0"/>
              <a:t> </a:t>
            </a:r>
            <a:r>
              <a:rPr lang="en-US" sz="2000" dirty="0" err="1"/>
              <a:t>strādāt</a:t>
            </a:r>
            <a:r>
              <a:rPr lang="en-US" sz="2000" dirty="0"/>
              <a:t> </a:t>
            </a:r>
            <a:r>
              <a:rPr lang="en-US" sz="2000" dirty="0" err="1"/>
              <a:t>ar</a:t>
            </a:r>
            <a:r>
              <a:rPr lang="en-US" sz="2000" dirty="0"/>
              <a:t> HTML un CSS.</a:t>
            </a:r>
            <a:endParaRPr lang="lv-LV" sz="2000" dirty="0"/>
          </a:p>
          <a:p>
            <a:r>
              <a:rPr lang="en-US" sz="2000" dirty="0" err="1"/>
              <a:t>Nākotnē</a:t>
            </a:r>
            <a:r>
              <a:rPr lang="en-US" sz="2000" dirty="0"/>
              <a:t> es </a:t>
            </a:r>
            <a:r>
              <a:rPr lang="en-US" sz="2000" dirty="0" err="1"/>
              <a:t>varētu</a:t>
            </a:r>
            <a:r>
              <a:rPr lang="en-US" sz="2000" dirty="0"/>
              <a:t> </a:t>
            </a:r>
            <a:r>
              <a:rPr lang="en-US" sz="2000" dirty="0" err="1"/>
              <a:t>pievienot</a:t>
            </a:r>
            <a:r>
              <a:rPr lang="en-US" sz="2000" dirty="0"/>
              <a:t> </a:t>
            </a:r>
            <a:r>
              <a:rPr lang="en-US" sz="2000" dirty="0" err="1"/>
              <a:t>vairāk</a:t>
            </a:r>
            <a:r>
              <a:rPr lang="en-US" sz="2000" dirty="0"/>
              <a:t> </a:t>
            </a:r>
            <a:r>
              <a:rPr lang="en-US" sz="2000" dirty="0" err="1"/>
              <a:t>funkciju</a:t>
            </a:r>
            <a:r>
              <a:rPr lang="en-US" sz="2000" dirty="0"/>
              <a:t> un </a:t>
            </a:r>
            <a:r>
              <a:rPr lang="en-US" sz="2000" dirty="0" err="1"/>
              <a:t>animācijas</a:t>
            </a:r>
            <a:r>
              <a:rPr lang="en-US" sz="2000" dirty="0"/>
              <a:t>.</a:t>
            </a: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E94BC79-8A86-1737-2D3B-342D02DF73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ru-RU" smtClean="0"/>
              <a:pPr rtl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3287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890" y="2564091"/>
            <a:ext cx="6787298" cy="145646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en-US" dirty="0" err="1"/>
              <a:t>Paldies</a:t>
            </a:r>
            <a:r>
              <a:rPr lang="en-US" dirty="0"/>
              <a:t> par </a:t>
            </a:r>
            <a:r>
              <a:rPr lang="en-US" dirty="0" err="1"/>
              <a:t>uzmanību</a:t>
            </a:r>
            <a:r>
              <a:rPr lang="en-US" dirty="0"/>
              <a:t>!</a:t>
            </a:r>
            <a:br>
              <a:rPr lang="en-US" dirty="0"/>
            </a:br>
            <a:r>
              <a:rPr lang="en-US" dirty="0"/>
              <a:t>Vai </a:t>
            </a:r>
            <a:r>
              <a:rPr lang="en-US" dirty="0" err="1"/>
              <a:t>ir</a:t>
            </a:r>
            <a:r>
              <a:rPr lang="en-US" dirty="0"/>
              <a:t> </a:t>
            </a:r>
            <a:r>
              <a:rPr lang="en-US" dirty="0" err="1"/>
              <a:t>kādi</a:t>
            </a:r>
            <a:r>
              <a:rPr lang="en-US" dirty="0"/>
              <a:t> </a:t>
            </a:r>
            <a:r>
              <a:rPr lang="en-US" dirty="0" err="1"/>
              <a:t>jautājumi</a:t>
            </a:r>
            <a:r>
              <a:rPr lang="en-US" dirty="0"/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Times new Roman"/>
        <a:ea typeface="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9_TF78438558_Win32" id="{20174D6F-D900-4129-ACAC-D46CF5FD4DB7}" vid="{268851D2-D7B5-4873-88EC-188753A90A6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{671A2374-80CE-4C88-A64A-F1569F6A16B8}TF8a9b5915-b8c7-461e-8cdd-693d48b5e323138ae9a7_win32-fecfc327da1f</Template>
  <TotalTime>294</TotalTime>
  <Words>309</Words>
  <Application>Microsoft Office PowerPoint</Application>
  <PresentationFormat>Широкоэкранный</PresentationFormat>
  <Paragraphs>59</Paragraphs>
  <Slides>12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Times new Roman</vt:lpstr>
      <vt:lpstr>Пользовательская</vt:lpstr>
      <vt:lpstr>Foto pakalpojumi</vt:lpstr>
      <vt:lpstr>Produkta apraksts</vt:lpstr>
      <vt:lpstr>Galvenās funkcijas</vt:lpstr>
      <vt:lpstr>Ideja un plānošana</vt:lpstr>
      <vt:lpstr>Ideja un plānošana</vt:lpstr>
      <vt:lpstr>Dizains</vt:lpstr>
      <vt:lpstr>Izstrādes process</vt:lpstr>
      <vt:lpstr>Lietotāja pieredze</vt:lpstr>
      <vt:lpstr>Презентация PowerPoint</vt:lpstr>
      <vt:lpstr>Izmantotās tehnoloģijas un Testēšana</vt:lpstr>
      <vt:lpstr>Secinājumi</vt:lpstr>
      <vt:lpstr>Paldies par uzmanību! Vai ir kādi jautājumi?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Ksenija Škurova</dc:creator>
  <cp:lastModifiedBy>Ksenija Škurova</cp:lastModifiedBy>
  <cp:revision>1</cp:revision>
  <dcterms:created xsi:type="dcterms:W3CDTF">2026-04-26T10:50:31Z</dcterms:created>
  <dcterms:modified xsi:type="dcterms:W3CDTF">2026-04-26T15:44:47Z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